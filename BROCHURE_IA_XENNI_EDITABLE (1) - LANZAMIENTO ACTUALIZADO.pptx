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embeddedFontLst>
    <p:embeddedFont>
      <p:font typeface="Arial Narrow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kBsIq0RtzHgirn+1wwBJb9kXD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alNarrow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alNarrow-italic.fntdata"/><Relationship Id="rId14" Type="http://schemas.openxmlformats.org/officeDocument/2006/relationships/font" Target="fonts/ArialNarrow-bold.fntdata"/><Relationship Id="rId17" Type="http://customschemas.google.com/relationships/presentationmetadata" Target="metadata"/><Relationship Id="rId16" Type="http://schemas.openxmlformats.org/officeDocument/2006/relationships/font" Target="fonts/ArialNarr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ns0:sld xmlns:ns0="http://schemas.openxmlformats.org/presentationml/2006/main" xmlns:ns1="http://schemas.openxmlformats.org/drawingml/2006/main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83" name="Shape 83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4" name="Google Shape;84;p1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85" name="Google Shape;85;p1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86" name="Google Shape;86;p1"/>
          <ns0:cNvSpPr/>
          <ns0:nvPr/>
        </ns0:nvSpPr>
        <ns0:spPr>
          <ns1:xfrm>
            <ns1:off x="10424160" y="292608"/>
            <ns1:ext cx="914400" cy="384048"/>
          </ns1:xfrm>
          <ns1:prstGeom prst="roundRect">
            <ns1:avLst>
              <ns1:gd fmla="val 50000" name="adj"/>
            </ns1:avLst>
          </ns1:prstGeom>
          <ns1:solidFill>
            <ns1:srgbClr val="FFFFFF"/>
          </ns1:solidFill>
          <ns1:ln cap="flat" cmpd="sng" w="12700">
            <ns1:solidFill>
              <ns1:srgbClr val="E6E8E1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87" name="Google Shape;87;p1"/>
          <ns0:cNvSpPr txBox="1"/>
          <ns0:nvPr/>
        </ns0:nvSpPr>
        <ns0:spPr>
          <ns1:xfrm>
            <ns1:off x="10515600" y="347472"/>
            <ns1:ext cx="36576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EN</ns1:t>
            </ns1:r>
            <ns1:endParaRPr/>
          </ns1:p>
        </ns0:txBody>
      </ns0:sp>
      <ns0:sp>
        <ns0:nvSpPr>
          <ns0:cNvPr id="88" name="Google Shape;88;p1"/>
          <ns0:cNvSpPr txBox="1"/>
          <ns0:nvPr/>
        </ns0:nvSpPr>
        <ns0:spPr>
          <ns1:xfrm>
            <ns1:off x="10881360" y="347472"/>
            <ns1:ext cx="36576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ES</ns1:t>
            </ns1:r>
            <ns1:endParaRPr/>
          </ns1:p>
        </ns0:txBody>
      </ns0:sp>
      <ns0:sp>
        <ns0:nvSpPr>
          <ns0:cNvPr id="89" name="Google Shape;89;p1"/>
          <ns0:cNvSpPr txBox="1"/>
          <ns0:nvPr/>
        </ns0:nvSpPr>
        <ns0:spPr>
          <ns1:xfrm>
            <ns1:off x="457200" y="1371600"/>
            <ns1:ext cx="7772400" cy="2926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7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DOMINA LA IA EN TU MARKETING.</ns1:t>
            </ns1:r>
            <ns1:endParaRPr/>
          </ns1:p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7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CREA EN</ns1:t>
            </ns1:r>
            <ns1:endParaRPr/>
          </ns1:p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7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MINUTOS Y VENDE MÁS.</ns1:t>
            </ns1:r>
            <ns1:endParaRPr/>
          </ns1:p>
        </ns0:txBody>
      </ns0:sp>
      <ns0:sp>
        <ns0:nvSpPr>
          <ns0:cNvPr id="90" name="Google Shape;90;p1"/>
          <ns0:cNvSpPr txBox="1"/>
          <ns0:nvPr/>
        </ns0:nvSpPr>
        <ns0:spPr>
          <ns1:xfrm>
            <ns1:off x="502920" y="4526280"/>
            <ns1:ext cx="64008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8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Aprende a crear contenido profesional y convertirlo en ventas:</ns1:t>
            </ns1:r>
            <ns1:endParaRPr/>
          </ns1:p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8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prompts, imágenes y videos en 10 horas.</ns1:t>
            </ns1:r>
            <ns1:endParaRPr/>
          </ns1:p>
        </ns0:txBody>
      </ns0:sp>
      <ns0:sp>
        <ns0:nvSpPr>
          <ns0:cNvPr id="91" name="Google Shape;91;p1"/>
          <ns0:cNvSpPr/>
          <ns0:nvPr/>
        </ns0:nvSpPr>
        <ns0:spPr>
          <ns1:xfrm>
            <ns1:off x="502920" y="5440680"/>
            <ns1:ext cx="2103120" cy="594360"/>
          </ns1:xfrm>
          <ns1:prstGeom prst="roundRect">
            <ns1:avLst>
              <ns1:gd fmla="val 22000" name="adj"/>
            </ns1:avLst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2" name="Google Shape;92;p1"/>
          <ns0:cNvSpPr txBox="1"/>
          <ns0:nvPr/>
        </ns0:nvSpPr>
        <ns0:spPr>
          <ns1:xfrm>
            <ns1:off x="502920" y="5440680"/>
            <ns1:ext cx="2103120" cy="5943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5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Reservar cupo</ns1:t>
            </ns1:r>
            <ns1:endParaRPr/>
          </ns1:p>
        </ns0:txBody>
      </ns0:sp>
      <ns0:sp>
        <ns0:nvSpPr>
          <ns0:cNvPr id="93" name="Google Shape;93;p1"/>
          <ns0:cNvSpPr txBox="1"/>
          <ns0:nvPr/>
        </ns0:nvSpPr>
        <ns0:spPr>
          <ns1:xfrm>
            <ns1:off x="502920" y="6172200"/>
            <ns1:ext cx="5486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10 horas  ·  en vivo  ·  con certificado</ns1:t>
            </ns1:r>
            <ns1:endParaRPr/>
          </ns1:p>
        </ns0:txBody>
      </ns0:sp>
      <ns0:sp>
        <ns0:nvSpPr>
          <ns0:cNvPr id="94" name="Google Shape;94;p1"/>
          <ns0:cNvSpPr/>
          <ns0:nvPr/>
        </ns0:nvSpPr>
        <ns0:spPr>
          <ns1:xfrm>
            <ns1:off x="8275320" y="1874519"/>
            <ns1:ext cx="3200400" cy="3291840"/>
          </ns1:xfrm>
          <ns1:prstGeom prst="roundRect">
            <ns1:avLst>
              <ns1:gd fmla="val 5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5" name="Google Shape;95;p1"/>
          <ns0:cNvSpPr txBox="1"/>
          <ns0:nvPr/>
        </ns0:nvSpPr>
        <ns0:spPr>
          <ns1:xfrm>
            <ns1:off x="8531352" y="2075688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TU CURSO DE IA</ns1:t>
            </ns1:r>
            <ns1:endParaRPr/>
          </ns1:p>
        </ns0:txBody>
      </ns0:sp>
      <ns0:sp>
        <ns0:nvSpPr>
          <ns0:cNvPr id="96" name="Google Shape;96;p1"/>
          <ns0:cNvSpPr/>
          <ns0:nvPr/>
        </ns0:nvSpPr>
        <ns0:spPr>
          <ns1:xfrm>
            <ns1:off x="10762488" y="2112263"/>
            <ns1:ext cx="91440" cy="91440"/>
          </ns1:xfrm>
          <ns1:prstGeom prst="ellipse">
            <ns1:avLst/>
          </ns1:prstGeom>
          <ns1:solidFill>
            <ns1:srgbClr val="5AC87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7" name="Google Shape;97;p1"/>
          <ns0:cNvSpPr txBox="1"/>
          <ns0:nvPr/>
        </ns0:nvSpPr>
        <ns0:spPr>
          <ns1:xfrm>
            <ns1:off x="10908792" y="2057400"/>
            <ns1:ext cx="54864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000" u="none" cap="none" strike="noStrike">
                <ns1:solidFill>
                  <ns1:srgbClr val="5AC878"/>
                </ns1:solidFill>
                <ns1:latin typeface="Calibri"/>
                <ns1:ea typeface="Calibri"/>
                <ns1:cs typeface="Calibri"/>
                <ns1:sym typeface="Calibri"/>
              </ns1:rPr>
              <ns1:t>EN VIVO</ns1:t>
            </ns1:r>
            <ns1:endParaRPr/>
          </ns1:p>
        </ns0:txBody>
      </ns0:sp>
      <ns0:sp>
        <ns0:nvSpPr>
          <ns0:cNvPr id="98" name="Google Shape;98;p1"/>
          <ns0:cNvSpPr/>
          <ns0:nvPr/>
        </ns0:nvSpPr>
        <ns0:spPr>
          <ns1:xfrm>
            <ns1:off x="8531352" y="2532887"/>
            <ns1:ext cx="411480" cy="41148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9" name="Google Shape;99;p1"/>
          <ns0:cNvSpPr txBox="1"/>
          <ns0:nvPr/>
        </ns0:nvSpPr>
        <ns0:spPr>
          <ns1:xfrm>
            <ns1:off x="9052560" y="2514599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Prompts</ns1:t>
            </ns1:r>
            <ns1:endParaRPr/>
          </ns1:p>
        </ns0:txBody>
      </ns0:sp>
      <ns0:sp>
        <ns0:nvSpPr>
          <ns0:cNvPr id="100" name="Google Shape;100;p1"/>
          <ns0:cNvSpPr txBox="1"/>
          <ns0:nvPr/>
        </ns0:nvSpPr>
        <ns0:spPr>
          <ns1:xfrm>
            <ns1:off x="9052560" y="2752344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05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Tu librería lista</ns1:t>
            </ns1:r>
            <ns1:endParaRPr/>
          </ns1:p>
        </ns0:txBody>
      </ns0:sp>
      <ns0:sp>
        <ns0:nvSpPr>
          <ns0:cNvPr id="101" name="Google Shape;101;p1"/>
          <ns0:cNvSpPr/>
          <ns0:nvPr/>
        </ns0:nvSpPr>
        <ns0:spPr>
          <ns1:xfrm>
            <ns1:off x="11018520" y="2670047"/>
            <ns1:ext cx="109728" cy="109728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02" name="Google Shape;102;p1"/>
          <ns0:cNvSpPr/>
          <ns0:nvPr/>
        </ns0:nvSpPr>
        <ns0:spPr>
          <ns1:xfrm>
            <ns1:off x="8531352" y="3136391"/>
            <ns1:ext cx="411480" cy="41148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03" name="Google Shape;103;p1"/>
          <ns0:cNvSpPr txBox="1"/>
          <ns0:nvPr/>
        </ns0:nvSpPr>
        <ns0:spPr>
          <ns1:xfrm>
            <ns1:off x="9052560" y="3118103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Imágenes</ns1:t>
            </ns1:r>
            <ns1:endParaRPr/>
          </ns1:p>
        </ns0:txBody>
      </ns0:sp>
      <ns0:sp>
        <ns0:nvSpPr>
          <ns0:cNvPr id="104" name="Google Shape;104;p1"/>
          <ns0:cNvSpPr txBox="1"/>
          <ns0:nvPr/>
        </ns0:nvSpPr>
        <ns0:spPr>
          <ns1:xfrm>
            <ns1:off x="9052560" y="3355848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05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Kit de marca visual</ns1:t>
            </ns1:r>
            <ns1:endParaRPr/>
          </ns1:p>
        </ns0:txBody>
      </ns0:sp>
      <ns0:sp>
        <ns0:nvSpPr>
          <ns0:cNvPr id="105" name="Google Shape;105;p1"/>
          <ns0:cNvSpPr/>
          <ns0:nvPr/>
        </ns0:nvSpPr>
        <ns0:spPr>
          <ns1:xfrm>
            <ns1:off x="11018520" y="3273551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06" name="Google Shape;106;p1"/>
          <ns0:cNvSpPr/>
          <ns0:nvPr/>
        </ns0:nvSpPr>
        <ns0:spPr>
          <ns1:xfrm>
            <ns1:off x="8531352" y="3739896"/>
            <ns1:ext cx="411480" cy="41148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07" name="Google Shape;107;p1"/>
          <ns0:cNvSpPr txBox="1"/>
          <ns0:nvPr/>
        </ns0:nvSpPr>
        <ns0:spPr>
          <ns1:xfrm>
            <ns1:off x="9052560" y="3721608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Videos</ns1:t>
            </ns1:r>
            <ns1:endParaRPr/>
          </ns1:p>
        </ns0:txBody>
      </ns0:sp>
      <ns0:sp>
        <ns0:nvSpPr>
          <ns0:cNvPr id="108" name="Google Shape;108;p1"/>
          <ns0:cNvSpPr txBox="1"/>
          <ns0:nvPr/>
        </ns0:nvSpPr>
        <ns0:spPr>
          <ns1:xfrm>
            <ns1:off x="9052560" y="3959352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05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Reel de 45 segundos</ns1:t>
            </ns1:r>
            <ns1:endParaRPr/>
          </ns1:p>
        </ns0:txBody>
      </ns0:sp>
      <ns0:sp>
        <ns0:nvSpPr>
          <ns0:cNvPr id="109" name="Google Shape;109;p1"/>
          <ns0:cNvSpPr/>
          <ns0:nvPr/>
        </ns0:nvSpPr>
        <ns0:spPr>
          <ns1:xfrm>
            <ns1:off x="11018520" y="3877056"/>
            <ns1:ext cx="109728" cy="109728"/>
          </ns1:xfrm>
          <ns1:prstGeom prst="ellipse">
            <ns1:avLst/>
          </ns1:prstGeom>
          <ns1:solidFill>
            <ns1:srgbClr val="5AC87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10" name="Google Shape;110;p1"/>
          <ns0:cNvSpPr/>
          <ns0:nvPr/>
        </ns0:nvSpPr>
        <ns0:spPr>
          <ns1:xfrm>
            <ns1:off x="8531352" y="4343400"/>
            <ns1:ext cx="411480" cy="41148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11" name="Google Shape;111;p1"/>
          <ns0:cNvSpPr txBox="1"/>
          <ns0:nvPr/>
        </ns0:nvSpPr>
        <ns0:spPr>
          <ns1:xfrm>
            <ns1:off x="9052560" y="4325112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Integración</ns1:t>
            </ns1:r>
            <ns1:endParaRPr/>
          </ns1:p>
        </ns0:txBody>
      </ns0:sp>
      <ns0:sp>
        <ns0:nvSpPr>
          <ns0:cNvPr id="112" name="Google Shape;112;p1"/>
          <ns0:cNvSpPr txBox="1"/>
          <ns0:nvPr/>
        </ns0:nvSpPr>
        <ns0:spPr>
          <ns1:xfrm>
            <ns1:off x="9052560" y="4562856"/>
            <ns1:ext cx="20116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05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7 posts a la semana</ns1:t>
            </ns1:r>
            <ns1:endParaRPr/>
          </ns1:p>
        </ns0:txBody>
      </ns0:sp>
      <ns0:sp>
        <ns0:nvSpPr>
          <ns0:cNvPr id="113" name="Google Shape;113;p1"/>
          <ns0:cNvSpPr/>
          <ns0:nvPr/>
        </ns0:nvSpPr>
        <ns0:spPr>
          <ns1:xfrm>
            <ns1:off x="11018520" y="4480560"/>
            <ns1:ext cx="109728" cy="109728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14" name="Google Shape;114;p1"/>
          <ns0:cNvSpPr txBox="1"/>
          <ns0:nvPr/>
        </ns0:nvSpPr>
        <ns0:spPr>
          <ns1:xfrm>
            <ns1:off x="8531352" y="4992624"/>
            <ns1:ext cx="27432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05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⚡  40+ archivos listos al terminar</ns1:t>
            </ns1:r>
            <ns1:endParaRPr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118" name="Shape 118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9" name="Google Shape;119;p2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120" name="Google Shape;120;p2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21" name="Google Shape;121;p2"/>
          <ns0:cNvSpPr txBox="1"/>
          <ns0:nvPr/>
        </ns0:nvSpPr>
        <ns0:spPr>
          <ns1:xfrm>
            <ns1:off x="457200" y="1188720"/>
            <ns1:ext cx="9144000" cy="14630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PIERDES HORAS</ns1:t>
            </ns1:r>
            <ns1:endParaRPr/>
          </ns1:p>
          <ns1:p>
            <ns1:pPr indent="0" lvl="0" marL="0" marR="0" rtl="0" algn="l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EN LO REPETITIVO.</ns1:t>
            </ns1:r>
            <ns1:endParaRPr/>
          </ns1:p>
        </ns0:txBody>
      </ns0:sp>
      <ns0:sp>
        <ns0:nvSpPr>
          <ns0:cNvPr id="122" name="Google Shape;122;p2"/>
          <ns0:cNvSpPr txBox="1"/>
          <ns0:nvPr/>
        </ns0:nvSpPr>
        <ns0:spPr>
          <ns1:xfrm>
            <ns1:off x="502920" y="2788920"/>
            <ns1:ext cx="82296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9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Lo que hoy te toma toda una tarde, la IA lo resuelve en minutos y potencia tu propuesta.</ns1:t>
            </ns1:r>
            <ns1:endParaRPr/>
          </ns1:p>
        </ns0:txBody>
      </ns0:sp>
      <ns0:sp>
        <ns0:nvSpPr>
          <ns0:cNvPr id="123" name="Google Shape;123;p2"/>
          <ns0:cNvSpPr/>
          <ns0:nvPr/>
        </ns0:nvSpPr>
        <ns0:spPr>
          <ns1:xfrm>
            <ns1:off x="502920" y="3657600"/>
            <ns1:ext cx="3383280" cy="2194560"/>
          </ns1:xfrm>
          <ns1:prstGeom prst="roundRect">
            <ns1:avLst>
              <ns1:gd fmla="val 6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24" name="Google Shape;124;p2"/>
          <ns0:cNvSpPr txBox="1"/>
          <ns0:nvPr/>
        </ns0:nvSpPr>
        <ns0:spPr>
          <ns1:xfrm>
            <ns1:off x="822960" y="3931920"/>
            <ns1:ext cx="1828800" cy="9144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400" u="none" cap="none" strike="noStrike">
                <ns1:solidFill>
                  <ns1:srgbClr val="F07828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8 h</ns1:t>
            </ns1:r>
            <ns1:endParaRPr/>
          </ns1:p>
        </ns0:txBody>
      </ns0:sp>
      <ns0:sp>
        <ns0:nvSpPr>
          <ns0:cNvPr id="125" name="Google Shape;125;p2"/>
          <ns0:cNvSpPr txBox="1"/>
          <ns0:nvPr/>
        </ns0:nvSpPr>
        <ns0:spPr>
          <ns1:xfrm>
            <ns1:off x="822960" y="4983480"/>
            <ns1:ext cx="27432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Crear un solo post</ns1:t>
            </ns1:r>
            <ns1:endParaRPr/>
          </ns1:p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para redes sociales</ns1:t>
            </ns1:r>
            <ns1:endParaRPr/>
          </ns1:p>
        </ns0:txBody>
      </ns0:sp>
      <ns0:sp>
        <ns0:nvSpPr>
          <ns0:cNvPr id="126" name="Google Shape;126;p2"/>
          <ns0:cNvSpPr/>
          <ns0:nvPr/>
        </ns0:nvSpPr>
        <ns0:spPr>
          <ns1:xfrm>
            <ns1:off x="4206240" y="3657600"/>
            <ns1:ext cx="3383280" cy="2194560"/>
          </ns1:xfrm>
          <ns1:prstGeom prst="roundRect">
            <ns1:avLst>
              <ns1:gd fmla="val 6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27" name="Google Shape;127;p2"/>
          <ns0:cNvSpPr txBox="1"/>
          <ns0:nvPr/>
        </ns0:nvSpPr>
        <ns0:spPr>
          <ns1:xfrm>
            <ns1:off x="4526279" y="3931920"/>
            <ns1:ext cx="1828800" cy="9144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400" u="none" cap="none" strike="noStrike">
                <ns1:solidFill>
                  <ns1:srgbClr val="F07828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4 h</ns1:t>
            </ns1:r>
            <ns1:endParaRPr/>
          </ns1:p>
        </ns0:txBody>
      </ns0:sp>
      <ns0:sp>
        <ns0:nvSpPr>
          <ns0:cNvPr id="128" name="Google Shape;128;p2"/>
          <ns0:cNvSpPr txBox="1"/>
          <ns0:nvPr/>
        </ns0:nvSpPr>
        <ns0:spPr>
          <ns1:xfrm>
            <ns1:off x="4526279" y="4983480"/>
            <ns1:ext cx="27432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Escribir los mismos</ns1:t>
            </ns1:r>
            <ns1:endParaRPr/>
          </ns1:p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tipos de textos</ns1:t>
            </ns1:r>
            <ns1:endParaRPr/>
          </ns1:p>
        </ns0:txBody>
      </ns0:sp>
      <ns0:sp>
        <ns0:nvSpPr>
          <ns0:cNvPr id="129" name="Google Shape;129;p2"/>
          <ns0:cNvSpPr/>
          <ns0:nvPr/>
        </ns0:nvSpPr>
        <ns0:spPr>
          <ns1:xfrm>
            <ns1:off x="7909560" y="3657600"/>
            <ns1:ext cx="3383280" cy="2194560"/>
          </ns1:xfrm>
          <ns1:prstGeom prst="roundRect">
            <ns1:avLst>
              <ns1:gd fmla="val 6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30" name="Google Shape;130;p2"/>
          <ns0:cNvSpPr txBox="1"/>
          <ns0:nvPr/>
        </ns0:nvSpPr>
        <ns0:spPr>
          <ns1:xfrm>
            <ns1:off x="8229600" y="3931920"/>
            <ns1:ext cx="1828800" cy="9144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400" u="none" cap="none" strike="noStrike">
                <ns1:solidFill>
                  <ns1:srgbClr val="F07828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3 h</ns1:t>
            </ns1:r>
            <ns1:endParaRPr/>
          </ns1:p>
        </ns0:txBody>
      </ns0:sp>
      <ns0:sp>
        <ns0:nvSpPr>
          <ns0:cNvPr id="131" name="Google Shape;131;p2"/>
          <ns0:cNvSpPr txBox="1"/>
          <ns0:nvPr/>
        </ns0:nvSpPr>
        <ns0:spPr>
          <ns1:xfrm>
            <ns1:off x="8229600" y="4983480"/>
            <ns1:ext cx="27432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Editar un video</ns1:t>
            </ns1:r>
            <ns1:endParaRPr/>
          </ns1:p>
          <ns1:p>
            <ns1:pPr indent="0" lvl="0" marL="0" marR="0" rtl="0"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desde cero</ns1:t>
            </ns1:r>
            <ns1:endParaRPr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135" name="Shape 135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6" name="Google Shape;136;p3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137" name="Google Shape;137;p3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38" name="Google Shape;138;p3"/>
          <ns0:cNvSpPr txBox="1"/>
          <ns0:nvPr/>
        </ns0:nvSpPr>
        <ns0:spPr>
          <ns1:xfrm>
            <ns1:off x="457200" y="1097280"/>
            <ns1:ext cx="10058400" cy="14630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5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UN FLUJO SIMPLE.</ns1:t>
            </ns1:r>
            <ns1:endParaRPr/>
          </ns1:p>
          <ns1:p>
            <ns1:pPr indent="0" lvl="0" marL="0" marR="0" rtl="0" algn="l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5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RESULTADOS REALES.</ns1:t>
            </ns1:r>
            <ns1:endParaRPr/>
          </ns1:p>
        </ns0:txBody>
      </ns0:sp>
      <ns0:sp>
        <ns0:nvSpPr>
          <ns0:cNvPr id="139" name="Google Shape;139;p3"/>
          <ns0:cNvSpPr/>
          <ns0:nvPr/>
        </ns0:nvSpPr>
        <ns0:spPr>
          <ns1:xfrm>
            <ns1:off x="502920" y="3200400"/>
            <ns1:ext cx="2514600" cy="1554480"/>
          </ns1:xfrm>
          <ns1:prstGeom prst="roundRect">
            <ns1:avLst>
              <ns1:gd fmla="val 8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40" name="Google Shape;140;p3"/>
          <ns0:cNvSpPr/>
          <ns0:nvPr/>
        </ns0:nvSpPr>
        <ns0:spPr>
          <ns1:xfrm>
            <ns1:off x="777240" y="3474720"/>
            <ns1:ext cx="457200" cy="45720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41" name="Google Shape;141;p3"/>
          <ns0:cNvSpPr txBox="1"/>
          <ns0:nvPr/>
        </ns0:nvSpPr>
        <ns0:spPr>
          <ns1:xfrm>
            <ns1:off x="777240" y="3529584"/>
            <ns1:ext cx="4572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5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01</ns1:t>
            </ns1:r>
            <ns1:endParaRPr/>
          </ns1:p>
        </ns0:txBody>
      </ns0:sp>
      <ns0:sp>
        <ns0:nvSpPr>
          <ns0:cNvPr id="142" name="Google Shape;142;p3"/>
          <ns0:cNvSpPr txBox="1"/>
          <ns0:nvPr/>
        </ns0:nvSpPr>
        <ns0:spPr>
          <ns1:xfrm>
            <ns1:off x="777240" y="4041648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IDEA</ns1:t>
            </ns1:r>
            <ns1:endParaRPr/>
          </ns1:p>
        </ns0:txBody>
      </ns0:sp>
      <ns0:sp>
        <ns0:nvSpPr>
          <ns0:cNvPr id="143" name="Google Shape;143;p3"/>
          <ns0:cNvSpPr txBox="1"/>
          <ns0:nvPr/>
        </ns0:nvSpPr>
        <ns0:spPr>
          <ns1:xfrm>
            <ns1:off x="777240" y="4498848"/>
            <ns1:ext cx="20574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1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Tu objetivo</ns1:t>
            </ns1:r>
            <ns1:endParaRPr/>
          </ns1:p>
        </ns0:txBody>
      </ns0:sp>
      <ns0:sp>
        <ns0:nvSpPr>
          <ns0:cNvPr id="144" name="Google Shape;144;p3"/>
          <ns0:cNvSpPr txBox="1"/>
          <ns0:nvPr/>
        </ns0:nvSpPr>
        <ns0:spPr>
          <ns1:xfrm>
            <ns1:off x="2971800" y="3703320"/>
            <ns1:ext cx="457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600" u="none" cap="none" strike="noStrike">
                <ns1:solidFill>
                  <ns1:srgbClr val="B4E61E"/>
                </ns1:solidFill>
                <ns1:latin typeface="Calibri"/>
                <ns1:ea typeface="Calibri"/>
                <ns1:cs typeface="Calibri"/>
                <ns1:sym typeface="Calibri"/>
              </ns1:rPr>
              <ns1:t>→</ns1:t>
            </ns1:r>
            <ns1:endParaRPr/>
          </ns1:p>
        </ns0:txBody>
      </ns0:sp>
      <ns0:sp>
        <ns0:nvSpPr>
          <ns0:cNvPr id="145" name="Google Shape;145;p3"/>
          <ns0:cNvSpPr/>
          <ns0:nvPr/>
        </ns0:nvSpPr>
        <ns0:spPr>
          <ns1:xfrm>
            <ns1:off x="3429000" y="3200400"/>
            <ns1:ext cx="2514600" cy="1554480"/>
          </ns1:xfrm>
          <ns1:prstGeom prst="roundRect">
            <ns1:avLst>
              <ns1:gd fmla="val 8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46" name="Google Shape;146;p3"/>
          <ns0:cNvSpPr/>
          <ns0:nvPr/>
        </ns0:nvSpPr>
        <ns0:spPr>
          <ns1:xfrm>
            <ns1:off x="3703320" y="3474720"/>
            <ns1:ext cx="457200" cy="45720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47" name="Google Shape;147;p3"/>
          <ns0:cNvSpPr txBox="1"/>
          <ns0:nvPr/>
        </ns0:nvSpPr>
        <ns0:spPr>
          <ns1:xfrm>
            <ns1:off x="3703320" y="3529584"/>
            <ns1:ext cx="4572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5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02</ns1:t>
            </ns1:r>
            <ns1:endParaRPr/>
          </ns1:p>
        </ns0:txBody>
      </ns0:sp>
      <ns0:sp>
        <ns0:nvSpPr>
          <ns0:cNvPr id="148" name="Google Shape;148;p3"/>
          <ns0:cNvSpPr txBox="1"/>
          <ns0:nvPr/>
        </ns0:nvSpPr>
        <ns0:spPr>
          <ns1:xfrm>
            <ns1:off x="3703320" y="4041648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PROMPT</ns1:t>
            </ns1:r>
            <ns1:endParaRPr/>
          </ns1:p>
        </ns0:txBody>
      </ns0:sp>
      <ns0:sp>
        <ns0:nvSpPr>
          <ns0:cNvPr id="149" name="Google Shape;149;p3"/>
          <ns0:cNvSpPr txBox="1"/>
          <ns0:nvPr/>
        </ns0:nvSpPr>
        <ns0:spPr>
          <ns1:xfrm>
            <ns1:off x="3703320" y="4498848"/>
            <ns1:ext cx="20574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1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La IA escribe</ns1:t>
            </ns1:r>
            <ns1:endParaRPr/>
          </ns1:p>
        </ns0:txBody>
      </ns0:sp>
      <ns0:sp>
        <ns0:nvSpPr>
          <ns0:cNvPr id="150" name="Google Shape;150;p3"/>
          <ns0:cNvSpPr txBox="1"/>
          <ns0:nvPr/>
        </ns0:nvSpPr>
        <ns0:spPr>
          <ns1:xfrm>
            <ns1:off x="5897880" y="3703320"/>
            <ns1:ext cx="457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600" u="none" cap="none" strike="noStrike">
                <ns1:solidFill>
                  <ns1:srgbClr val="B4E61E"/>
                </ns1:solidFill>
                <ns1:latin typeface="Calibri"/>
                <ns1:ea typeface="Calibri"/>
                <ns1:cs typeface="Calibri"/>
                <ns1:sym typeface="Calibri"/>
              </ns1:rPr>
              <ns1:t>→</ns1:t>
            </ns1:r>
            <ns1:endParaRPr/>
          </ns1:p>
        </ns0:txBody>
      </ns0:sp>
      <ns0:sp>
        <ns0:nvSpPr>
          <ns0:cNvPr id="151" name="Google Shape;151;p3"/>
          <ns0:cNvSpPr/>
          <ns0:nvPr/>
        </ns0:nvSpPr>
        <ns0:spPr>
          <ns1:xfrm>
            <ns1:off x="6355080" y="3200400"/>
            <ns1:ext cx="2514600" cy="1554480"/>
          </ns1:xfrm>
          <ns1:prstGeom prst="roundRect">
            <ns1:avLst>
              <ns1:gd fmla="val 8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52" name="Google Shape;152;p3"/>
          <ns0:cNvSpPr/>
          <ns0:nvPr/>
        </ns0:nvSpPr>
        <ns0:spPr>
          <ns1:xfrm>
            <ns1:off x="6629400" y="3474720"/>
            <ns1:ext cx="457200" cy="45720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53" name="Google Shape;153;p3"/>
          <ns0:cNvSpPr txBox="1"/>
          <ns0:nvPr/>
        </ns0:nvSpPr>
        <ns0:spPr>
          <ns1:xfrm>
            <ns1:off x="6629400" y="3529584"/>
            <ns1:ext cx="4572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5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03</ns1:t>
            </ns1:r>
            <ns1:endParaRPr/>
          </ns1:p>
        </ns0:txBody>
      </ns0:sp>
      <ns0:sp>
        <ns0:nvSpPr>
          <ns0:cNvPr id="154" name="Google Shape;154;p3"/>
          <ns0:cNvSpPr txBox="1"/>
          <ns0:nvPr/>
        </ns0:nvSpPr>
        <ns0:spPr>
          <ns1:xfrm>
            <ns1:off x="6629400" y="4041648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IMAGEN</ns1:t>
            </ns1:r>
            <ns1:endParaRPr/>
          </ns1:p>
        </ns0:txBody>
      </ns0:sp>
      <ns0:sp>
        <ns0:nvSpPr>
          <ns0:cNvPr id="155" name="Google Shape;155;p3"/>
          <ns0:cNvSpPr txBox="1"/>
          <ns0:nvPr/>
        </ns0:nvSpPr>
        <ns0:spPr>
          <ns1:xfrm>
            <ns1:off x="6629400" y="4498848"/>
            <ns1:ext cx="20574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1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Visual al instante</ns1:t>
            </ns1:r>
            <ns1:endParaRPr/>
          </ns1:p>
        </ns0:txBody>
      </ns0:sp>
      <ns0:sp>
        <ns0:nvSpPr>
          <ns0:cNvPr id="156" name="Google Shape;156;p3"/>
          <ns0:cNvSpPr txBox="1"/>
          <ns0:nvPr/>
        </ns0:nvSpPr>
        <ns0:spPr>
          <ns1:xfrm>
            <ns1:off x="8823959" y="3703320"/>
            <ns1:ext cx="457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600" u="none" cap="none" strike="noStrike">
                <ns1:solidFill>
                  <ns1:srgbClr val="B4E61E"/>
                </ns1:solidFill>
                <ns1:latin typeface="Calibri"/>
                <ns1:ea typeface="Calibri"/>
                <ns1:cs typeface="Calibri"/>
                <ns1:sym typeface="Calibri"/>
              </ns1:rPr>
              <ns1:t>→</ns1:t>
            </ns1:r>
            <ns1:endParaRPr/>
          </ns1:p>
        </ns0:txBody>
      </ns0:sp>
      <ns0:sp>
        <ns0:nvSpPr>
          <ns0:cNvPr id="157" name="Google Shape;157;p3"/>
          <ns0:cNvSpPr/>
          <ns0:nvPr/>
        </ns0:nvSpPr>
        <ns0:spPr>
          <ns1:xfrm>
            <ns1:off x="9281160" y="3200400"/>
            <ns1:ext cx="2514600" cy="1554480"/>
          </ns1:xfrm>
          <ns1:prstGeom prst="roundRect">
            <ns1:avLst>
              <ns1:gd fmla="val 8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58" name="Google Shape;158;p3"/>
          <ns0:cNvSpPr/>
          <ns0:nvPr/>
        </ns0:nvSpPr>
        <ns0:spPr>
          <ns1:xfrm>
            <ns1:off x="9555480" y="3474720"/>
            <ns1:ext cx="457200" cy="457200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59" name="Google Shape;159;p3"/>
          <ns0:cNvSpPr txBox="1"/>
          <ns0:nvPr/>
        </ns0:nvSpPr>
        <ns0:spPr>
          <ns1:xfrm>
            <ns1:off x="9555480" y="3529584"/>
            <ns1:ext cx="4572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5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04</ns1:t>
            </ns1:r>
            <ns1:endParaRPr/>
          </ns1:p>
        </ns0:txBody>
      </ns0:sp>
      <ns0:sp>
        <ns0:nvSpPr>
          <ns0:cNvPr id="160" name="Google Shape;160;p3"/>
          <ns0:cNvSpPr txBox="1"/>
          <ns0:nvPr/>
        </ns0:nvSpPr>
        <ns0:spPr>
          <ns1:xfrm>
            <ns1:off x="9555480" y="4041648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VIDEO</ns1:t>
            </ns1:r>
            <ns1:endParaRPr/>
          </ns1:p>
        </ns0:txBody>
      </ns0:sp>
      <ns0:sp>
        <ns0:nvSpPr>
          <ns0:cNvPr id="161" name="Google Shape;161;p3"/>
          <ns0:cNvSpPr txBox="1"/>
          <ns0:nvPr/>
        </ns0:nvSpPr>
        <ns0:spPr>
          <ns1:xfrm>
            <ns1:off x="9555480" y="4498848"/>
            <ns1:ext cx="20574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1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Listo para publicar</ns1:t>
            </ns1:r>
            <ns1:endParaRPr/>
          </ns1:p>
        </ns0:txBody>
      </ns0:sp>
      <ns0:sp>
        <ns0:nvSpPr>
          <ns0:cNvPr id="162" name="Google Shape;162;p3"/>
          <ns0:cNvSpPr/>
          <ns0:nvPr/>
        </ns0:nvSpPr>
        <ns0:spPr>
          <ns1:xfrm>
            <ns1:off x="502920" y="5212080"/>
            <ns1:ext cx="11155680" cy="777240"/>
          </ns1:xfrm>
          <ns1:prstGeom prst="roundRect">
            <ns1:avLst>
              <ns1:gd fmla="val 12000" name="adj"/>
            </ns1:avLst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63" name="Google Shape;163;p3"/>
          <ns0:cNvSpPr txBox="1"/>
          <ns0:nvPr/>
        </ns0:nvSpPr>
        <ns0:spPr>
          <ns1:xfrm>
            <ns1:off x="777240" y="5212080"/>
            <ns1:ext cx="10607040" cy="7772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7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Resultado: 7 posts completos para tu semana y materiales listos para publicar.</ns1:t>
            </ns1:r>
            <ns1:endParaRPr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167" name="Shape 167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8" name="Google Shape;168;p4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169" name="Google Shape;169;p4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70" name="Google Shape;170;p4"/>
          <ns0:cNvSpPr txBox="1"/>
          <ns0:nvPr/>
        </ns0:nvSpPr>
        <ns0:spPr>
          <ns1:xfrm>
            <ns1:off x="457200" y="1097280"/>
            <ns1:ext cx="100584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54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QUÉ VAS A DOMINAR EN ESTE LANZAMIENTO.</ns1:t>
            </ns1:r>
            <ns1:endParaRPr/>
          </ns1:p>
        </ns0:txBody>
      </ns0:sp>
      <ns0:sp>
        <ns0:nvSpPr>
          <ns0:cNvPr id="171" name="Google Shape;171;p4"/>
          <ns0:cNvSpPr txBox="1"/>
          <ns0:nvPr/>
        </ns0:nvSpPr>
        <ns0:spPr>
          <ns1:xfrm>
            <ns1:off x="502920" y="1965960"/>
            <ns1:ext cx="73152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7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4 módulos prácticos  ·  10 horas en vivo</ns1:t>
            </ns1:r>
            <ns1:endParaRPr/>
          </ns1:p>
        </ns0:txBody>
      </ns0:sp>
      <ns0:sp>
        <ns0:nvSpPr>
          <ns0:cNvPr id="172" name="Google Shape;172;p4"/>
          <ns0:cNvSpPr/>
          <ns0:nvPr/>
        </ns0:nvSpPr>
        <ns0:spPr>
          <ns1:xfrm>
            <ns1:off x="502920" y="2651760"/>
            <ns1:ext cx="2697480" cy="3200400"/>
          </ns1:xfrm>
          <ns1:prstGeom prst="roundRect">
            <ns1:avLst>
              <ns1:gd fmla="val 5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73" name="Google Shape;173;p4"/>
          <ns0:cNvSpPr txBox="1"/>
          <ns0:nvPr/>
        </ns0:nvSpPr>
        <ns0:spPr>
          <ns1:xfrm>
            <ns1:off x="758952" y="2852928"/>
            <ns1:ext cx="1371600" cy="640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40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01</ns1:t>
            </ns1:r>
            <ns1:endParaRPr/>
          </ns1:p>
        </ns0:txBody>
      </ns0:sp>
      <ns0:sp>
        <ns0:nvSpPr>
          <ns0:cNvPr id="174" name="Google Shape;174;p4"/>
          <ns0:cNvSpPr/>
          <ns0:nvPr/>
        </ns0:nvSpPr>
        <ns0:spPr>
          <ns1:xfrm>
            <ns1:off x="2331720" y="2944368"/>
            <ns1:ext cx="621792" cy="365760"/>
          </ns1:xfrm>
          <ns1:prstGeom prst="roundRect">
            <ns1:avLst>
              <ns1:gd fmla="val 5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75" name="Google Shape;175;p4"/>
          <ns0:cNvSpPr txBox="1"/>
          <ns0:nvPr/>
        </ns0:nvSpPr>
        <ns0:spPr>
          <ns1:xfrm>
            <ns1:off x="2331720" y="2944368"/>
            <ns1:ext cx="621792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2.5h</ns1:t>
            </ns1:r>
            <ns1:endParaRPr/>
          </ns1:p>
        </ns0:txBody>
      </ns0:sp>
      <ns0:sp>
        <ns0:nvSpPr>
          <ns0:cNvPr id="176" name="Google Shape;176;p4"/>
          <ns0:cNvSpPr txBox="1"/>
          <ns0:nvPr/>
        </ns0:nvSpPr>
        <ns0:spPr>
          <ns1:xfrm>
            <ns1:off x="758952" y="3566160"/>
            <ns1:ext cx="224028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PROMPTS</ns1:t>
            </ns1:r>
            <ns1:endParaRPr/>
          </ns1:p>
        </ns0:txBody>
      </ns0:sp>
      <ns0:sp>
        <ns0:nvSpPr>
          <ns0:cNvPr id="177" name="Google Shape;177;p4"/>
          <ns0:cNvSpPr/>
          <ns0:nvPr/>
        </ns0:nvSpPr>
        <ns0:spPr>
          <ns1:xfrm>
            <ns1:off x="758952" y="4215383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78" name="Google Shape;178;p4"/>
          <ns0:cNvSpPr txBox="1"/>
          <ns0:nvPr/>
        </ns0:nvSpPr>
        <ns0:spPr>
          <ns1:xfrm>
            <ns1:off x="978408" y="41605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ChatGPT, Claude, Gemini</ns1:t>
            </ns1:r>
            <ns1:endParaRPr/>
          </ns1:p>
        </ns0:txBody>
      </ns0:sp>
      <ns0:sp>
        <ns0:nvSpPr>
          <ns0:cNvPr id="179" name="Google Shape;179;p4"/>
          <ns0:cNvSpPr/>
          <ns0:nvPr/>
        </ns0:nvSpPr>
        <ns0:spPr>
          <ns1:xfrm>
            <ns1:off x="758952" y="4672583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80" name="Google Shape;180;p4"/>
          <ns0:cNvSpPr txBox="1"/>
          <ns0:nvPr/>
        </ns0:nvSpPr>
        <ns0:spPr>
          <ns1:xfrm>
            <ns1:off x="978408" y="46177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Técnicas profesionales</ns1:t>
            </ns1:r>
            <ns1:endParaRPr/>
          </ns1:p>
        </ns0:txBody>
      </ns0:sp>
      <ns0:sp>
        <ns0:nvSpPr>
          <ns0:cNvPr id="181" name="Google Shape;181;p4"/>
          <ns0:cNvSpPr/>
          <ns0:nvPr/>
        </ns0:nvSpPr>
        <ns0:spPr>
          <ns1:xfrm>
            <ns1:off x="758952" y="5129783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82" name="Google Shape;182;p4"/>
          <ns0:cNvSpPr txBox="1"/>
          <ns0:nvPr/>
        </ns0:nvSpPr>
        <ns0:spPr>
          <ns1:xfrm>
            <ns1:off x="978408" y="50749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15 prompts reutilizables</ns1:t>
            </ns1:r>
            <ns1:endParaRPr/>
          </ns1:p>
        </ns0:txBody>
      </ns0:sp>
      <ns0:sp>
        <ns0:nvSpPr>
          <ns0:cNvPr id="183" name="Google Shape;183;p4"/>
          <ns0:cNvSpPr/>
          <ns0:nvPr/>
        </ns0:nvSpPr>
        <ns0:spPr>
          <ns1:xfrm>
            <ns1:off x="3401568" y="2651760"/>
            <ns1:ext cx="2697480" cy="3200400"/>
          </ns1:xfrm>
          <ns1:prstGeom prst="roundRect">
            <ns1:avLst>
              <ns1:gd fmla="val 5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84" name="Google Shape;184;p4"/>
          <ns0:cNvSpPr txBox="1"/>
          <ns0:nvPr/>
        </ns0:nvSpPr>
        <ns0:spPr>
          <ns1:xfrm>
            <ns1:off x="3657600" y="2852928"/>
            <ns1:ext cx="1371600" cy="640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40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02</ns1:t>
            </ns1:r>
            <ns1:endParaRPr/>
          </ns1:p>
        </ns0:txBody>
      </ns0:sp>
      <ns0:sp>
        <ns0:nvSpPr>
          <ns0:cNvPr id="185" name="Google Shape;185;p4"/>
          <ns0:cNvSpPr/>
          <ns0:nvPr/>
        </ns0:nvSpPr>
        <ns0:spPr>
          <ns1:xfrm>
            <ns1:off x="5230368" y="2944368"/>
            <ns1:ext cx="621792" cy="365760"/>
          </ns1:xfrm>
          <ns1:prstGeom prst="roundRect">
            <ns1:avLst>
              <ns1:gd fmla="val 5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86" name="Google Shape;186;p4"/>
          <ns0:cNvSpPr txBox="1"/>
          <ns0:nvPr/>
        </ns0:nvSpPr>
        <ns0:spPr>
          <ns1:xfrm>
            <ns1:off x="5230368" y="2944368"/>
            <ns1:ext cx="621792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2.5h</ns1:t>
            </ns1:r>
            <ns1:endParaRPr/>
          </ns1:p>
        </ns0:txBody>
      </ns0:sp>
      <ns0:sp>
        <ns0:nvSpPr>
          <ns0:cNvPr id="187" name="Google Shape;187;p4"/>
          <ns0:cNvSpPr txBox="1"/>
          <ns0:nvPr/>
        </ns0:nvSpPr>
        <ns0:spPr>
          <ns1:xfrm>
            <ns1:off x="3657600" y="3566160"/>
            <ns1:ext cx="224028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IMÁGENES</ns1:t>
            </ns1:r>
            <ns1:endParaRPr/>
          </ns1:p>
        </ns0:txBody>
      </ns0:sp>
      <ns0:sp>
        <ns0:nvSpPr>
          <ns0:cNvPr id="188" name="Google Shape;188;p4"/>
          <ns0:cNvSpPr/>
          <ns0:nvPr/>
        </ns0:nvSpPr>
        <ns0:spPr>
          <ns1:xfrm>
            <ns1:off x="3657600" y="4215383"/>
            <ns1:ext cx="109728" cy="109728"/>
          </ns1:xfrm>
          <ns1:prstGeom prst="ellipse">
            <ns1:avLst/>
          </ns1:prstGeom>
          <ns1:solidFill>
            <ns1:srgbClr val="5AC87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89" name="Google Shape;189;p4"/>
          <ns0:cNvSpPr txBox="1"/>
          <ns0:nvPr/>
        </ns0:nvSpPr>
        <ns0:spPr>
          <ns1:xfrm>
            <ns1:off x="3877056" y="41605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Leonardo AI, DALL-E</ns1:t>
            </ns1:r>
            <ns1:endParaRPr/>
          </ns1:p>
        </ns0:txBody>
      </ns0:sp>
      <ns0:sp>
        <ns0:nvSpPr>
          <ns0:cNvPr id="190" name="Google Shape;190;p4"/>
          <ns0:cNvSpPr/>
          <ns0:nvPr/>
        </ns0:nvSpPr>
        <ns0:spPr>
          <ns1:xfrm>
            <ns1:off x="3657600" y="4672583"/>
            <ns1:ext cx="109728" cy="109728"/>
          </ns1:xfrm>
          <ns1:prstGeom prst="ellipse">
            <ns1:avLst/>
          </ns1:prstGeom>
          <ns1:solidFill>
            <ns1:srgbClr val="5AC87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91" name="Google Shape;191;p4"/>
          <ns0:cNvSpPr txBox="1"/>
          <ns0:nvPr/>
        </ns0:nvSpPr>
        <ns0:spPr>
          <ns1:xfrm>
            <ns1:off x="3877056" y="46177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Estilo y composición</ns1:t>
            </ns1:r>
            <ns1:endParaRPr/>
          </ns1:p>
        </ns0:txBody>
      </ns0:sp>
      <ns0:sp>
        <ns0:nvSpPr>
          <ns0:cNvPr id="192" name="Google Shape;192;p4"/>
          <ns0:cNvSpPr/>
          <ns0:nvPr/>
        </ns0:nvSpPr>
        <ns0:spPr>
          <ns1:xfrm>
            <ns1:off x="3657600" y="5129783"/>
            <ns1:ext cx="109728" cy="109728"/>
          </ns1:xfrm>
          <ns1:prstGeom prst="ellipse">
            <ns1:avLst/>
          </ns1:prstGeom>
          <ns1:solidFill>
            <ns1:srgbClr val="5AC87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93" name="Google Shape;193;p4"/>
          <ns0:cNvSpPr txBox="1"/>
          <ns0:nvPr/>
        </ns0:nvSpPr>
        <ns0:spPr>
          <ns1:xfrm>
            <ns1:off x="3877056" y="50749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Tu kit de marca</ns1:t>
            </ns1:r>
            <ns1:endParaRPr/>
          </ns1:p>
        </ns0:txBody>
      </ns0:sp>
      <ns0:sp>
        <ns0:nvSpPr>
          <ns0:cNvPr id="194" name="Google Shape;194;p4"/>
          <ns0:cNvSpPr/>
          <ns0:nvPr/>
        </ns0:nvSpPr>
        <ns0:spPr>
          <ns1:xfrm>
            <ns1:off x="6300216" y="2651760"/>
            <ns1:ext cx="2697480" cy="3200400"/>
          </ns1:xfrm>
          <ns1:prstGeom prst="roundRect">
            <ns1:avLst>
              <ns1:gd fmla="val 5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95" name="Google Shape;195;p4"/>
          <ns0:cNvSpPr txBox="1"/>
          <ns0:nvPr/>
        </ns0:nvSpPr>
        <ns0:spPr>
          <ns1:xfrm>
            <ns1:off x="6556248" y="2852928"/>
            <ns1:ext cx="1371600" cy="640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40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03</ns1:t>
            </ns1:r>
            <ns1:endParaRPr/>
          </ns1:p>
        </ns0:txBody>
      </ns0:sp>
      <ns0:sp>
        <ns0:nvSpPr>
          <ns0:cNvPr id="196" name="Google Shape;196;p4"/>
          <ns0:cNvSpPr/>
          <ns0:nvPr/>
        </ns0:nvSpPr>
        <ns0:spPr>
          <ns1:xfrm>
            <ns1:off x="8129016" y="2944368"/>
            <ns1:ext cx="621792" cy="365760"/>
          </ns1:xfrm>
          <ns1:prstGeom prst="roundRect">
            <ns1:avLst>
              <ns1:gd fmla="val 5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97" name="Google Shape;197;p4"/>
          <ns0:cNvSpPr txBox="1"/>
          <ns0:nvPr/>
        </ns0:nvSpPr>
        <ns0:spPr>
          <ns1:xfrm>
            <ns1:off x="8129016" y="2944368"/>
            <ns1:ext cx="621792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3h</ns1:t>
            </ns1:r>
            <ns1:endParaRPr/>
          </ns1:p>
        </ns0:txBody>
      </ns0:sp>
      <ns0:sp>
        <ns0:nvSpPr>
          <ns0:cNvPr id="198" name="Google Shape;198;p4"/>
          <ns0:cNvSpPr txBox="1"/>
          <ns0:nvPr/>
        </ns0:nvSpPr>
        <ns0:spPr>
          <ns1:xfrm>
            <ns1:off x="6556248" y="3566160"/>
            <ns1:ext cx="224028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VIDEOS</ns1:t>
            </ns1:r>
            <ns1:endParaRPr/>
          </ns1:p>
        </ns0:txBody>
      </ns0:sp>
      <ns0:sp>
        <ns0:nvSpPr>
          <ns0:cNvPr id="199" name="Google Shape;199;p4"/>
          <ns0:cNvSpPr/>
          <ns0:nvPr/>
        </ns0:nvSpPr>
        <ns0:spPr>
          <ns1:xfrm>
            <ns1:off x="6556248" y="4215383"/>
            <ns1:ext cx="109728" cy="109728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00" name="Google Shape;200;p4"/>
          <ns0:cNvSpPr txBox="1"/>
          <ns0:nvPr/>
        </ns0:nvSpPr>
        <ns0:spPr>
          <ns1:xfrm>
            <ns1:off x="6775704" y="41605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Runway, Pika, Veo</ns1:t>
            </ns1:r>
            <ns1:endParaRPr/>
          </ns1:p>
        </ns0:txBody>
      </ns0:sp>
      <ns0:sp>
        <ns0:nvSpPr>
          <ns0:cNvPr id="201" name="Google Shape;201;p4"/>
          <ns0:cNvSpPr/>
          <ns0:nvPr/>
        </ns0:nvSpPr>
        <ns0:spPr>
          <ns1:xfrm>
            <ns1:off x="6556248" y="4672583"/>
            <ns1:ext cx="109728" cy="109728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02" name="Google Shape;202;p4"/>
          <ns0:cNvSpPr txBox="1"/>
          <ns0:nvPr/>
        </ns0:nvSpPr>
        <ns0:spPr>
          <ns1:xfrm>
            <ns1:off x="6775704" y="46177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Guion y voz con IA</ns1:t>
            </ns1:r>
            <ns1:endParaRPr/>
          </ns1:p>
        </ns0:txBody>
      </ns0:sp>
      <ns0:sp>
        <ns0:nvSpPr>
          <ns0:cNvPr id="203" name="Google Shape;203;p4"/>
          <ns0:cNvSpPr/>
          <ns0:nvPr/>
        </ns0:nvSpPr>
        <ns0:spPr>
          <ns1:xfrm>
            <ns1:off x="6556248" y="5129783"/>
            <ns1:ext cx="109728" cy="109728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04" name="Google Shape;204;p4"/>
          <ns0:cNvSpPr txBox="1"/>
          <ns0:nvPr/>
        </ns0:nvSpPr>
        <ns0:spPr>
          <ns1:xfrm>
            <ns1:off x="6775704" y="50749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Reel de 45 seg</ns1:t>
            </ns1:r>
            <ns1:endParaRPr/>
          </ns1:p>
        </ns0:txBody>
      </ns0:sp>
      <ns0:sp>
        <ns0:nvSpPr>
          <ns0:cNvPr id="205" name="Google Shape;205;p4"/>
          <ns0:cNvSpPr/>
          <ns0:nvPr/>
        </ns0:nvSpPr>
        <ns0:spPr>
          <ns1:xfrm>
            <ns1:off x="9198864" y="2651760"/>
            <ns1:ext cx="2697480" cy="3200400"/>
          </ns1:xfrm>
          <ns1:prstGeom prst="roundRect">
            <ns1:avLst>
              <ns1:gd fmla="val 5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06" name="Google Shape;206;p4"/>
          <ns0:cNvSpPr txBox="1"/>
          <ns0:nvPr/>
        </ns0:nvSpPr>
        <ns0:spPr>
          <ns1:xfrm>
            <ns1:off x="9454896" y="2852928"/>
            <ns1:ext cx="1371600" cy="640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40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04</ns1:t>
            </ns1:r>
            <ns1:endParaRPr/>
          </ns1:p>
        </ns0:txBody>
      </ns0:sp>
      <ns0:sp>
        <ns0:nvSpPr>
          <ns0:cNvPr id="207" name="Google Shape;207;p4"/>
          <ns0:cNvSpPr/>
          <ns0:nvPr/>
        </ns0:nvSpPr>
        <ns0:spPr>
          <ns1:xfrm>
            <ns1:off x="11027664" y="2944368"/>
            <ns1:ext cx="621792" cy="365760"/>
          </ns1:xfrm>
          <ns1:prstGeom prst="roundRect">
            <ns1:avLst>
              <ns1:gd fmla="val 5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08" name="Google Shape;208;p4"/>
          <ns0:cNvSpPr txBox="1"/>
          <ns0:nvPr/>
        </ns0:nvSpPr>
        <ns0:spPr>
          <ns1:xfrm>
            <ns1:off x="11027664" y="2944368"/>
            <ns1:ext cx="621792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2h</ns1:t>
            </ns1:r>
            <ns1:endParaRPr/>
          </ns1:p>
        </ns0:txBody>
      </ns0:sp>
      <ns0:sp>
        <ns0:nvSpPr>
          <ns0:cNvPr id="209" name="Google Shape;209;p4"/>
          <ns0:cNvSpPr txBox="1"/>
          <ns0:nvPr/>
        </ns0:nvSpPr>
        <ns0:spPr>
          <ns1:xfrm>
            <ns1:off x="9454896" y="3566160"/>
            <ns1:ext cx="224028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INTEGRACIÓN</ns1:t>
            </ns1:r>
            <ns1:endParaRPr/>
          </ns1:p>
        </ns0:txBody>
      </ns0:sp>
      <ns0:sp>
        <ns0:nvSpPr>
          <ns0:cNvPr id="210" name="Google Shape;210;p4"/>
          <ns0:cNvSpPr/>
          <ns0:nvPr/>
        </ns0:nvSpPr>
        <ns0:spPr>
          <ns1:xfrm>
            <ns1:off x="9454896" y="4215383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11" name="Google Shape;211;p4"/>
          <ns0:cNvSpPr txBox="1"/>
          <ns0:nvPr/>
        </ns0:nvSpPr>
        <ns0:spPr>
          <ns1:xfrm>
            <ns1:off x="9674352" y="41605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Flujo completo + plantillas</ns1:t>
            </ns1:r>
            <ns1:endParaRPr/>
          </ns1:p>
        </ns0:txBody>
      </ns0:sp>
      <ns0:sp>
        <ns0:nvSpPr>
          <ns0:cNvPr id="212" name="Google Shape;212;p4"/>
          <ns0:cNvSpPr/>
          <ns0:nvPr/>
        </ns0:nvSpPr>
        <ns0:spPr>
          <ns1:xfrm>
            <ns1:off x="9454896" y="4672583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13" name="Google Shape;213;p4"/>
          <ns0:cNvSpPr txBox="1"/>
          <ns0:nvPr/>
        </ns0:nvSpPr>
        <ns0:spPr>
          <ns1:xfrm>
            <ns1:off x="9674352" y="46177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7 posts en 2 horas</ns1:t>
            </ns1:r>
            <ns1:endParaRPr/>
          </ns1:p>
        </ns0:txBody>
      </ns0:sp>
      <ns0:sp>
        <ns0:nvSpPr>
          <ns0:cNvPr id="214" name="Google Shape;214;p4"/>
          <ns0:cNvSpPr/>
          <ns0:nvPr/>
        </ns0:nvSpPr>
        <ns0:spPr>
          <ns1:xfrm>
            <ns1:off x="9454896" y="5129783"/>
            <ns1:ext cx="109728" cy="109728"/>
          </ns1:xfrm>
          <ns1:prstGeom prst="ellipse">
            <ns1:avLst/>
          </ns1:prstGeom>
          <ns1:solidFill>
            <ns1:srgbClr val="F0782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15" name="Google Shape;215;p4"/>
          <ns0:cNvSpPr txBox="1"/>
          <ns0:nvPr/>
        </ns0:nvSpPr>
        <ns0:spPr>
          <ns1:xfrm>
            <ns1:off x="9674352" y="5074920"/>
            <ns1:ext cx="2057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2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Casos reales para tu industria</ns1:t>
            </ns1:r>
            <ns1:endParaRPr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219" name="Shape 21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5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221" name="Google Shape;221;p5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2" name="Google Shape;222;p5"/>
          <ns0:cNvSpPr txBox="1"/>
          <ns0:nvPr/>
        </ns0:nvSpPr>
        <ns0:spPr>
          <ns1:xfrm>
            <ns1:off x="457200" y="1097280"/>
            <ns1:ext cx="100584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5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TE LLEVAS 4 PROYECTOS.</ns1:t>
            </ns1:r>
            <ns1:endParaRPr/>
          </ns1:p>
        </ns0:txBody>
      </ns0:sp>
      <ns0:sp>
        <ns0:nvSpPr>
          <ns0:cNvPr id="223" name="Google Shape;223;p5"/>
          <ns0:cNvSpPr txBox="1"/>
          <ns0:nvPr/>
        </ns0:nvSpPr>
        <ns0:spPr>
          <ns1:xfrm>
            <ns1:off x="502920" y="1965960"/>
            <ns1:ext cx="82296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7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No es teoría: sales con 40+ archivos listos para publicar en tu marca.</ns1:t>
            </ns1:r>
            <ns1:endParaRPr/>
          </ns1:p>
        </ns0:txBody>
      </ns0:sp>
      <ns0:sp>
        <ns0:nvSpPr>
          <ns0:cNvPr id="224" name="Google Shape;224;p5"/>
          <ns0:cNvSpPr/>
          <ns0:nvPr/>
        </ns0:nvSpPr>
        <ns0:spPr>
          <ns1:xfrm>
            <ns1:off x="502920" y="2651760"/>
            <ns1:ext cx="5349240" cy="1371600"/>
          </ns1:xfrm>
          <ns1:prstGeom prst="roundRect">
            <ns1:avLst>
              <ns1:gd fmla="val 7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5" name="Google Shape;225;p5"/>
          <ns0:cNvSpPr/>
          <ns0:nvPr/>
        </ns0:nvSpPr>
        <ns0:spPr>
          <ns1:xfrm>
            <ns1:off x="822960" y="3035808"/>
            <ns1:ext cx="640080" cy="640080"/>
          </ns1:xfrm>
          <ns1:prstGeom prst="roundRect">
            <ns1:avLst>
              <ns1:gd fmla="val 2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5"/>
          <ns0:cNvSpPr txBox="1"/>
          <ns0:nvPr/>
        </ns0:nvSpPr>
        <ns0:spPr>
          <ns1:xfrm>
            <ns1:off x="822960" y="3108960"/>
            <ns1:ext cx="640080" cy="5486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3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1</ns1:t>
            </ns1:r>
            <ns1:endParaRPr/>
          </ns1:p>
        </ns0:txBody>
      </ns0:sp>
      <ns0:sp>
        <ns0:nvSpPr>
          <ns0:cNvPr id="227" name="Google Shape;227;p5"/>
          <ns0:cNvSpPr txBox="1"/>
          <ns0:nvPr/>
        </ns0:nvSpPr>
        <ns0:spPr>
          <ns1:xfrm>
            <ns1:off x="1691640" y="299923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Librería de Prompts</ns1:t>
            </ns1:r>
            <ns1:endParaRPr/>
          </ns1:p>
        </ns0:txBody>
      </ns0:sp>
      <ns0:sp>
        <ns0:nvSpPr>
          <ns0:cNvPr id="228" name="Google Shape;228;p5"/>
          <ns0:cNvSpPr txBox="1"/>
          <ns0:nvPr/>
        </ns0:nvSpPr>
        <ns0:spPr>
          <ns1:xfrm>
            <ns1:off x="1691640" y="345643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15 prompts listos para copiar y pegar</ns1:t>
            </ns1:r>
            <ns1:endParaRPr/>
          </ns1:p>
        </ns0:txBody>
      </ns0:sp>
      <ns0:sp>
        <ns0:nvSpPr>
          <ns0:cNvPr id="229" name="Google Shape;229;p5"/>
          <ns0:cNvSpPr/>
          <ns0:nvPr/>
        </ns0:nvSpPr>
        <ns0:spPr>
          <ns1:xfrm>
            <ns1:off x="6355080" y="2651760"/>
            <ns1:ext cx="5349240" cy="1371600"/>
          </ns1:xfrm>
          <ns1:prstGeom prst="roundRect">
            <ns1:avLst>
              <ns1:gd fmla="val 7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30" name="Google Shape;230;p5"/>
          <ns0:cNvSpPr/>
          <ns0:nvPr/>
        </ns0:nvSpPr>
        <ns0:spPr>
          <ns1:xfrm>
            <ns1:off x="6675120" y="3035808"/>
            <ns1:ext cx="640080" cy="640080"/>
          </ns1:xfrm>
          <ns1:prstGeom prst="roundRect">
            <ns1:avLst>
              <ns1:gd fmla="val 2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31" name="Google Shape;231;p5"/>
          <ns0:cNvSpPr txBox="1"/>
          <ns0:nvPr/>
        </ns0:nvSpPr>
        <ns0:spPr>
          <ns1:xfrm>
            <ns1:off x="6675120" y="3108960"/>
            <ns1:ext cx="640080" cy="5486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3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2</ns1:t>
            </ns1:r>
            <ns1:endParaRPr/>
          </ns1:p>
        </ns0:txBody>
      </ns0:sp>
      <ns0:sp>
        <ns0:nvSpPr>
          <ns0:cNvPr id="232" name="Google Shape;232;p5"/>
          <ns0:cNvSpPr txBox="1"/>
          <ns0:nvPr/>
        </ns0:nvSpPr>
        <ns0:spPr>
          <ns1:xfrm>
            <ns1:off x="7543800" y="299923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Kit de Marca Visual</ns1:t>
            </ns1:r>
            <ns1:endParaRPr/>
          </ns1:p>
        </ns0:txBody>
      </ns0:sp>
      <ns0:sp>
        <ns0:nvSpPr>
          <ns0:cNvPr id="233" name="Google Shape;233;p5"/>
          <ns0:cNvSpPr txBox="1"/>
          <ns0:nvPr/>
        </ns0:nvSpPr>
        <ns0:spPr>
          <ns1:xfrm>
            <ns1:off x="7543800" y="345643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Logo, paleta y 5 imágenes con tu identidad</ns1:t>
            </ns1:r>
            <ns1:endParaRPr/>
          </ns1:p>
        </ns0:txBody>
      </ns0:sp>
      <ns0:sp>
        <ns0:nvSpPr>
          <ns0:cNvPr id="234" name="Google Shape;234;p5"/>
          <ns0:cNvSpPr/>
          <ns0:nvPr/>
        </ns0:nvSpPr>
        <ns0:spPr>
          <ns1:xfrm>
            <ns1:off x="502920" y="4160520"/>
            <ns1:ext cx="5349240" cy="1371600"/>
          </ns1:xfrm>
          <ns1:prstGeom prst="roundRect">
            <ns1:avLst>
              <ns1:gd fmla="val 7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35" name="Google Shape;235;p5"/>
          <ns0:cNvSpPr/>
          <ns0:nvPr/>
        </ns0:nvSpPr>
        <ns0:spPr>
          <ns1:xfrm>
            <ns1:off x="822960" y="4544568"/>
            <ns1:ext cx="640080" cy="640080"/>
          </ns1:xfrm>
          <ns1:prstGeom prst="roundRect">
            <ns1:avLst>
              <ns1:gd fmla="val 2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36" name="Google Shape;236;p5"/>
          <ns0:cNvSpPr txBox="1"/>
          <ns0:nvPr/>
        </ns0:nvSpPr>
        <ns0:spPr>
          <ns1:xfrm>
            <ns1:off x="822960" y="4617720"/>
            <ns1:ext cx="640080" cy="5486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3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3</ns1:t>
            </ns1:r>
            <ns1:endParaRPr/>
          </ns1:p>
        </ns0:txBody>
      </ns0:sp>
      <ns0:sp>
        <ns0:nvSpPr>
          <ns0:cNvPr id="237" name="Google Shape;237;p5"/>
          <ns0:cNvSpPr txBox="1"/>
          <ns0:nvPr/>
        </ns0:nvSpPr>
        <ns0:spPr>
          <ns1:xfrm>
            <ns1:off x="1691640" y="450799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Video Profesional</ns1:t>
            </ns1:r>
            <ns1:endParaRPr/>
          </ns1:p>
        </ns0:txBody>
      </ns0:sp>
      <ns0:sp>
        <ns0:nvSpPr>
          <ns0:cNvPr id="238" name="Google Shape;238;p5"/>
          <ns0:cNvSpPr txBox="1"/>
          <ns0:nvPr/>
        </ns0:nvSpPr>
        <ns0:spPr>
          <ns1:xfrm>
            <ns1:off x="1691640" y="496519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Un reel de 45 seg para TikTok y Reels</ns1:t>
            </ns1:r>
            <ns1:endParaRPr/>
          </ns1:p>
        </ns0:txBody>
      </ns0:sp>
      <ns0:sp>
        <ns0:nvSpPr>
          <ns0:cNvPr id="239" name="Google Shape;239;p5"/>
          <ns0:cNvSpPr/>
          <ns0:nvPr/>
        </ns0:nvSpPr>
        <ns0:spPr>
          <ns1:xfrm>
            <ns1:off x="6355080" y="4160520"/>
            <ns1:ext cx="5349240" cy="1371600"/>
          </ns1:xfrm>
          <ns1:prstGeom prst="roundRect">
            <ns1:avLst>
              <ns1:gd fmla="val 7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40" name="Google Shape;240;p5"/>
          <ns0:cNvSpPr/>
          <ns0:nvPr/>
        </ns0:nvSpPr>
        <ns0:spPr>
          <ns1:xfrm>
            <ns1:off x="6675120" y="4544568"/>
            <ns1:ext cx="640080" cy="640080"/>
          </ns1:xfrm>
          <ns1:prstGeom prst="roundRect">
            <ns1:avLst>
              <ns1:gd fmla="val 2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41" name="Google Shape;241;p5"/>
          <ns0:cNvSpPr txBox="1"/>
          <ns0:nvPr/>
        </ns0:nvSpPr>
        <ns0:spPr>
          <ns1:xfrm>
            <ns1:off x="6675120" y="4617720"/>
            <ns1:ext cx="640080" cy="5486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38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4</ns1:t>
            </ns1:r>
            <ns1:endParaRPr/>
          </ns1:p>
        </ns0:txBody>
      </ns0:sp>
      <ns0:sp>
        <ns0:nvSpPr>
          <ns0:cNvPr id="242" name="Google Shape;242;p5"/>
          <ns0:cNvSpPr txBox="1"/>
          <ns0:nvPr/>
        </ns0:nvSpPr>
        <ns0:spPr>
          <ns1:xfrm>
            <ns1:off x="7543800" y="450799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7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Calendario de Contenido</ns1:t>
            </ns1:r>
            <ns1:endParaRPr/>
          </ns1:p>
        </ns0:txBody>
      </ns0:sp>
      <ns0:sp>
        <ns0:nvSpPr>
          <ns0:cNvPr id="243" name="Google Shape;243;p5"/>
          <ns0:cNvSpPr txBox="1"/>
          <ns0:nvPr/>
        </ns0:nvSpPr>
        <ns0:spPr>
          <ns1:xfrm>
            <ns1:off x="7543800" y="4965192"/>
            <ns1:ext cx="388620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7 publicaciones completas para tu semana</ns1:t>
            </ns1:r>
            <ns1:endParaRPr/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247" name="Shape 247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8" name="Google Shape;248;p6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249" name="Google Shape;249;p6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50" name="Google Shape;250;p6"/>
          <ns0:cNvSpPr txBox="1"/>
          <ns0:nvPr/>
        </ns0:nvSpPr>
        <ns0:spPr>
          <ns1:xfrm>
            <ns1:off x="457200" y="1097280"/>
            <ns1:ext cx="7315200" cy="8229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52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TU PROFESORA.</ns1:t>
            </ns1:r>
            <ns1:endParaRPr/>
          </ns1:p>
        </ns0:txBody>
      </ns0:sp>
      <ns0:sp>
        <ns0:nvSpPr>
          <ns0:cNvPr id="251" name="Google Shape;251;p6"/>
          <ns0:cNvSpPr/>
          <ns0:nvPr/>
        </ns0:nvSpPr>
        <ns0:spPr>
          <ns1:xfrm>
            <ns1:off x="502920" y="2103120"/>
            <ns1:ext cx="5532120" cy="4023360"/>
          </ns1:xfrm>
          <ns1:prstGeom prst="roundRect">
            <ns1:avLst>
              <ns1:gd fmla="val 5000" name="adj"/>
            </ns1:avLst>
          </ns1:prstGeom>
          <ns1:solidFill>
            <ns1:srgbClr val="FFFFFF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52" name="Google Shape;252;p6"/>
          <ns0:cNvSpPr/>
          <ns0:nvPr/>
        </ns0:nvSpPr>
        <ns0:spPr>
          <ns1:xfrm>
            <ns1:off x="868680" y="2468879"/>
            <ns1:ext cx="1188720" cy="1188720"/>
          </ns1:xfrm>
          <ns1:prstGeom prst="roundRect">
            <ns1:avLst>
              <ns1:gd fmla="val 50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53" name="Google Shape;253;p6"/>
          <ns0:cNvSpPr txBox="1"/>
          <ns0:nvPr/>
        </ns0:nvSpPr>
        <ns0:spPr>
          <ns1:xfrm>
            <ns1:off x="2286000" y="2560320"/>
            <ns1:ext cx="3657600" cy="5486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40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Mirna Ampuero</ns1:t>
            </ns1:r>
            <ns1:endParaRPr/>
          </ns1:p>
        </ns0:txBody>
      </ns0:sp>
      <ns0:sp>
        <ns0:nvSpPr>
          <ns0:cNvPr id="254" name="Google Shape;254;p6"/>
          <ns0:cNvSpPr txBox="1"/>
          <ns0:nvPr/>
        </ns0:nvSpPr>
        <ns0:spPr>
          <ns1:xfrm>
            <ns1:off x="2286000" y="3154679"/>
            <ns1:ext cx="3657600" cy="231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5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Especialista en IA aplicada al contenido digital </ns1:t>
            </ns1:r>
            <ns1:endParaRPr/>
          </ns1:p>
        </ns0:txBody>
      </ns0:sp>
      <ns0:sp>
        <ns0:nvSpPr>
          <ns0:cNvPr id="255" name="Google Shape;255;p6"/>
          <ns0:cNvSpPr/>
          <ns0:nvPr/>
        </ns0:nvSpPr>
        <ns0:spPr>
          <ns1:xfrm>
            <ns1:off x="868680" y="4114800"/>
            <ns1:ext cx="292608" cy="292608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56" name="Google Shape;256;p6"/>
          <ns0:cNvSpPr txBox="1"/>
          <ns0:nvPr/>
        </ns0:nvSpPr>
        <ns0:spPr>
          <ns1:xfrm>
            <ns1:off x="1325880" y="4114800"/>
            <ns1:ext cx="4343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+500 profesionales capacitados en Latinoamérica</ns1:t>
            </ns1:r>
            <ns1:endParaRPr/>
          </ns1:p>
        </ns0:txBody>
      </ns0:sp>
      <ns0:sp>
        <ns0:nvSpPr>
          <ns0:cNvPr id="257" name="Google Shape;257;p6"/>
          <ns0:cNvSpPr/>
          <ns0:nvPr/>
        </ns0:nvSpPr>
        <ns0:spPr>
          <ns1:xfrm>
            <ns1:off x="868680" y="4617720"/>
            <ns1:ext cx="292608" cy="292608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58" name="Google Shape;258;p6"/>
          <ns0:cNvSpPr txBox="1"/>
          <ns0:nvPr/>
        </ns0:nvSpPr>
        <ns0:spPr>
          <ns1:xfrm>
            <ns1:off x="1325880" y="4617720"/>
            <ns1:ext cx="4343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Metodología práctica: demo en vivo, casos reales y aplicación inmediata</ns1:t>
            </ns1:r>
            <ns1:endParaRPr/>
          </ns1:p>
        </ns0:txBody>
      </ns0:sp>
      <ns0:sp>
        <ns0:nvSpPr>
          <ns0:cNvPr id="259" name="Google Shape;259;p6"/>
          <ns0:cNvSpPr/>
          <ns0:nvPr/>
        </ns0:nvSpPr>
        <ns0:spPr>
          <ns1:xfrm>
            <ns1:off x="868680" y="5120640"/>
            <ns1:ext cx="292608" cy="292608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60" name="Google Shape;260;p6"/>
          <ns0:cNvSpPr txBox="1"/>
          <ns0:nvPr/>
        </ns0:nvSpPr>
        <ns0:spPr>
          <ns1:xfrm>
            <ns1:off x="1325880" y="5120640"/>
            <ns1:ext cx="4343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5A5F58"/>
                </ns1:solidFill>
                <ns1:latin typeface="Calibri"/>
                <ns1:ea typeface="Calibri"/>
                <ns1:cs typeface="Calibri"/>
                <ns1:sym typeface="Calibri"/>
              </ns1:rPr>
              <ns1:t>Enfoque en resultados aplicables desde el primer día</ns1:t>
            </ns1:r>
            <ns1:endParaRPr/>
          </ns1:p>
        </ns0:txBody>
      </ns0:sp>
      <ns0:sp>
        <ns0:nvSpPr>
          <ns0:cNvPr id="261" name="Google Shape;261;p6"/>
          <ns0:cNvSpPr txBox="1"/>
          <ns0:nvPr/>
        </ns0:nvSpPr>
        <ns0:spPr>
          <ns1:xfrm>
            <ns1:off x="868680" y="5669280"/>
            <ns1:ext cx="36576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1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LinkedIn: in/mirnaampuero</ns1:t>
            </ns1:r>
            <ns1:endParaRPr/>
          </ns1:p>
        </ns0:txBody>
      </ns0:sp>
      <ns0:sp>
        <ns0:nvSpPr>
          <ns0:cNvPr id="262" name="Google Shape;262;p6"/>
          <ns0:cNvSpPr/>
          <ns0:nvPr/>
        </ns0:nvSpPr>
        <ns0:spPr>
          <ns1:xfrm>
            <ns1:off x="6309360" y="2103120"/>
            <ns1:ext cx="5349240" cy="4023360"/>
          </ns1:xfrm>
          <ns1:prstGeom prst="roundRect">
            <ns1:avLst>
              <ns1:gd fmla="val 5000" name="adj"/>
            </ns1:avLst>
          </ns1:prstGeom>
          <ns1:solidFill>
            <ns1:srgbClr val="141612"/>
          </ns1:solidFill>
          <ns1:ln>
            <ns1:noFill/>
          </ns1:ln>
          <ns1:effectLst>
            <ns1:outerShdw blurRad="90000" rotWithShape="0" dir="5400000" dist="40000">
              <ns1:srgbClr val="1A1A1A">
                <ns1:alpha val="18039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63" name="Google Shape;263;p6"/>
          <ns0:cNvSpPr txBox="1"/>
          <ns0:nvPr/>
        </ns0:nvSpPr>
        <ns0:spPr>
          <ns1:xfrm>
            <ns1:off x="6675120" y="2423160"/>
            <ns1:ext cx="36576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300" u="none" cap="none" strike="noStrike">
                <ns1:solidFill>
                  <ns1:srgbClr val="B4E61E"/>
                </ns1:solidFill>
                <ns1:latin typeface="Calibri"/>
                <ns1:ea typeface="Calibri"/>
                <ns1:cs typeface="Calibri"/>
                <ns1:sym typeface="Calibri"/>
              </ns1:rPr>
              <ns1:t>FORMATO INTENSIVO</ns1:t>
            </ns1:r>
            <ns1:endParaRPr/>
          </ns1:p>
        </ns0:txBody>
      </ns0:sp>
      <ns0:sp>
        <ns0:nvSpPr>
          <ns0:cNvPr id="264" name="Google Shape;264;p6"/>
          <ns0:cNvSpPr txBox="1"/>
          <ns0:nvPr/>
        </ns0:nvSpPr>
        <ns0:spPr>
          <ns1:xfrm>
            <ns1:off x="6675120" y="2788920"/>
            <ns1:ext cx="4572000" cy="10972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5400" u="none" cap="none" strike="noStrike">
                <ns1:solidFill>
                  <ns1:srgbClr val="FFFFFF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4 SÁBADOS</ns1:t>
            </ns1:r>
            <ns1:endParaRPr/>
          </ns1:p>
        </ns0:txBody>
      </ns0:sp>
      <ns0:sp>
        <ns0:nvSpPr>
          <ns0:cNvPr id="265" name="Google Shape;265;p6"/>
          <ns0:cNvSpPr txBox="1"/>
          <ns0:nvPr/>
        </ns0:nvSpPr>
        <ns0:spPr>
          <ns1:xfrm>
            <ns1:off x="6675120" y="3611879"/>
            <ns1:ext cx="45720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800" u="none" cap="none" strike="noStrike">
                <ns1:solidFill>
                  <ns1:srgbClr val="B4E61E"/>
                </ns1:solidFill>
                <ns1:latin typeface="Cambria"/>
                <ns1:ea typeface="Cambria"/>
                <ns1:cs typeface="Cambria"/>
                <ns1:sym typeface="Cambria"/>
              </ns1:rPr>
              <ns1:t>Inicio: 11 de julio</ns1:t>
            </ns1:r>
            <ns1:endParaRPr/>
          </ns1:p>
        </ns0:txBody>
      </ns0:sp>
      <ns0:sp>
        <ns0:nvSpPr>
          <ns0:cNvPr id="266" name="Google Shape;266;p6"/>
          <ns0:cNvSpPr/>
          <ns0:nvPr/>
        </ns0:nvSpPr>
        <ns0:spPr>
          <ns1:xfrm>
            <ns1:off x="6675120" y="4279392"/>
            <ns1:ext cx="146304" cy="146304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67" name="Google Shape;267;p6"/>
          <ns0:cNvSpPr txBox="1"/>
          <ns0:nvPr/>
        </ns0:nvSpPr>
        <ns0:spPr>
          <ns1:xfrm>
            <ns1:off x="6967728" y="4206240"/>
            <ns1:ext cx="237744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600" u="none" cap="none" strike="noStrike">
                <ns1:solidFill>
                  <ns1:srgbClr val="FFFFFF"/>
                </ns1:solidFill>
                <ns1:latin typeface="Calibri"/>
                <ns1:ea typeface="Calibri"/>
                <ns1:cs typeface="Calibri"/>
                <ns1:sym typeface="Calibri"/>
              </ns1:rPr>
              <ns1:t>4 sábados</ns1:t>
            </ns1:r>
            <ns1:endParaRPr/>
          </ns1:p>
        </ns0:txBody>
      </ns0:sp>
      <ns0:sp>
        <ns0:nvSpPr>
          <ns0:cNvPr id="268" name="Google Shape;268;p6"/>
          <ns0:cNvSpPr txBox="1"/>
          <ns0:nvPr/>
        </ns0:nvSpPr>
        <ns0:spPr>
          <ns1:xfrm>
            <ns1:off x="9052560" y="4206240"/>
            <ns1:ext cx="237744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consecutivos</ns1:t>
            </ns1:r>
            <ns1:endParaRPr/>
          </ns1:p>
        </ns0:txBody>
      </ns0:sp>
      <ns0:sp>
        <ns0:nvSpPr>
          <ns0:cNvPr id="269" name="Google Shape;269;p6"/>
          <ns0:cNvSpPr/>
          <ns0:nvPr/>
        </ns0:nvSpPr>
        <ns0:spPr>
          <ns1:xfrm>
            <ns1:off x="6675120" y="4782312"/>
            <ns1:ext cx="146304" cy="146304"/>
          </ns1:xfrm>
          <ns1:prstGeom prst="ellipse">
            <ns1:avLst/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70" name="Google Shape;270;p6"/>
          <ns0:cNvSpPr txBox="1"/>
          <ns0:nvPr/>
        </ns0:nvSpPr>
        <ns0:spPr>
          <ns1:xfrm>
            <ns1:off x="6967728" y="4709159"/>
            <ns1:ext cx="237744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600" u="none" cap="none" strike="noStrike">
                <ns1:solidFill>
                  <ns1:srgbClr val="FFFFFF"/>
                </ns1:solidFill>
                <ns1:latin typeface="Calibri"/>
                <ns1:ea typeface="Calibri"/>
                <ns1:cs typeface="Calibri"/>
                <ns1:sym typeface="Calibri"/>
              </ns1:rPr>
              <ns1:t>4:00 – 6:30 PM</ns1:t>
            </ns1:r>
            <ns1:endParaRPr/>
          </ns1:p>
        </ns0:txBody>
      </ns0:sp>
      <ns0:sp>
        <ns0:nvSpPr>
          <ns0:cNvPr id="271" name="Google Shape;271;p6"/>
          <ns0:cNvSpPr txBox="1"/>
          <ns0:nvPr/>
        </ns0:nvSpPr>
        <ns0:spPr>
          <ns1:xfrm>
            <ns1:off x="9052560" y="4709159"/>
            <ns1:ext cx="237744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5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2.5 h por sesión</ns1:t>
            </ns1:r>
            <ns1:endParaRPr/>
          </ns1:p>
        </ns0:txBody>
      </ns0:sp>
      <ns0:sp>
        <ns0:nvSpPr>
          <ns0:cNvPr id="272" name="Google Shape;272;p6"/>
          <ns0:cNvSpPr txBox="1"/>
          <ns0:nvPr/>
        </ns0:nvSpPr>
        <ns0:spPr>
          <ns1:xfrm>
            <ns1:off x="6675120" y="5074920"/>
            <ns1:ext cx="3657600" cy="640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4400" u="none" cap="none" strike="noStrike">
                <ns1:solidFill>
                  <ns1:srgbClr val="B4E61E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496 soles</ns1:t>
            </ns1:r>
            <ns1:endParaRPr/>
          </ns1:p>
        </ns0:txBody>
      </ns0:sp>
      <ns0:sp>
        <ns0:nvSpPr>
          <ns0:cNvPr id="273" name="Google Shape;273;p6"/>
          <ns0:cNvSpPr txBox="1"/>
          <ns0:nvPr/>
        </ns0:nvSpPr>
        <ns0:spPr>
          <ns1:xfrm>
            <ns1:off x="6675120" y="5760720"/>
            <ns1:ext cx="457200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1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Cupos limitados · grupos reducidos</ns1:t>
            </ns1:r>
            <ns1:endParaRPr/>
          </ns1:p>
        </ns0:txBody>
      </ns0:sp>
      <ns0:pic>
        <ns0:nvPicPr>
          <ns0:cNvPr id="274" name="Google Shape;274;p6" title="MIRNA2.jpg"/>
          <ns0:cNvPicPr preferRelativeResize="0"/>
          <ns0:nvPr/>
        </ns0:nvPicPr>
        <ns0:blipFill rotWithShape="1">
          <ns1:blip ns2:embed="rId3">
            <ns1:alphaModFix/>
          </ns1:blip>
          <ns1:srcRect b="26373" l="5299" r="7548" t="5162"/>
          <ns1:stretch/>
        </ns0:blipFill>
        <ns0:spPr>
          <ns1:xfrm>
            <ns1:off x="868677" y="2412800"/>
            <ns1:ext cx="1299675" cy="1529467"/>
          </ns1:xfrm>
          <ns1:prstGeom prst="rect">
            <ns1:avLst/>
          </ns1:prstGeom>
          <ns1:solidFill>
            <ns1:srgbClr val="D9F09C"/>
          </ns1:solidFill>
          <ns1:ln>
            <ns1:noFill/>
          </ns1:ln>
        </ns0:spPr>
      </ns0:pic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bg>
      <ns0:bgPr>
        <ns1:gradFill>
          <ns1:gsLst>
            <ns1:gs pos="0">
              <ns1:srgbClr val="E6F4C8"/>
            </ns1:gs>
            <ns1:gs pos="100000">
              <ns1:srgbClr val="F6F7F0"/>
            </ns1:gs>
          </ns1:gsLst>
          <ns1:lin ang="18900000" scaled="0"/>
        </ns1:gradFill>
      </ns0:bgPr>
    </ns0:bg>
    <ns0:spTree>
      <ns0:nvGrpSpPr>
        <ns0:cNvPr id="278" name="Shape 278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79" name="Google Shape;279;p7"/>
          <ns0:cNvSpPr txBox="1"/>
          <ns0:nvPr/>
        </ns0:nvSpPr>
        <ns0:spPr>
          <ns1:xfrm>
            <ns1:off x="457200" y="320040"/>
            <ns1:ext cx="18288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20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XENNI</ns1:t>
            </ns1:r>
            <ns1:endParaRPr/>
          </ns1:p>
        </ns0:txBody>
      </ns0:sp>
      <ns0:sp>
        <ns0:nvSpPr>
          <ns0:cNvPr id="280" name="Google Shape;280;p7"/>
          <ns0:cNvSpPr/>
          <ns0:nvPr/>
        </ns0:nvSpPr>
        <ns0:spPr>
          <ns1:xfrm>
            <ns1:off x="1417320" y="475488"/>
            <ns1:ext cx="82296" cy="82296"/>
          </ns1:xfrm>
          <ns1:prstGeom prst="ellipse">
            <ns1:avLst/>
          </ns1:prstGeom>
          <ns1:solidFill>
            <ns1:srgbClr val="141612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81" name="Google Shape;281;p7"/>
          <ns0:cNvSpPr/>
          <ns0:nvPr/>
        </ns0:nvSpPr>
        <ns0:spPr>
          <ns1:xfrm>
            <ns1:off x="4160520" y="1371600"/>
            <ns1:ext cx="3840480" cy="457200"/>
          </ns1:xfrm>
          <ns1:prstGeom prst="roundRect">
            <ns1:avLst>
              <ns1:gd fmla="val 50000" name="adj"/>
            </ns1:avLst>
          </ns1:prstGeom>
          <ns1:solidFill>
            <ns1:srgbClr val="FFFFFF"/>
          </ns1:solidFill>
          <ns1:ln cap="flat" cmpd="sng" w="12700">
            <ns1:solidFill>
              <ns1:srgbClr val="E6E8E1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82" name="Google Shape;282;p7"/>
          <ns0:cNvSpPr/>
          <ns0:nvPr/>
        </ns0:nvSpPr>
        <ns0:spPr>
          <ns1:xfrm>
            <ns1:off x="4434840" y="1508760"/>
            <ns1:ext cx="109728" cy="109728"/>
          </ns1:xfrm>
          <ns1:prstGeom prst="ellipse">
            <ns1:avLst/>
          </ns1:prstGeom>
          <ns1:solidFill>
            <ns1:srgbClr val="5AC878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83" name="Google Shape;283;p7"/>
          <ns0:cNvSpPr txBox="1"/>
          <ns0:nvPr/>
        </ns0:nvSpPr>
        <ns0:spPr>
          <ns1:xfrm>
            <ns1:off x="4663440" y="1417320"/>
            <ns1:ext cx="320040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2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LANZAMIENTO EN JULIO: ÚLTIMOS CUPOS DISPONIBLES</ns1:t>
            </ns1:r>
            <ns1:endParaRPr/>
          </ns1:p>
        </ns0:txBody>
      </ns0:sp>
      <ns0:sp>
        <ns0:nvSpPr>
          <ns0:cNvPr id="284" name="Google Shape;284;p7"/>
          <ns0:cNvSpPr txBox="1"/>
          <ns0:nvPr/>
        </ns0:nvSpPr>
        <ns0:spPr>
          <ns1:xfrm>
            <ns1:off x="457200" y="2103120"/>
            <ns1:ext cx="11247120" cy="15544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6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TU TIEMPO VALE.</ns1:t>
            </ns1:r>
            <ns1:endParaRPr/>
          </ns1:p>
          <ns1:p>
            <ns1:pPr indent="0" lvl="0" marL="0" marR="0" rtl="0" algn="ctr">
              <ns1:lnSpc>
                <ns1:spcPct val="95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6600" u="none" cap="none" strike="noStrike">
                <ns1:solidFill>
                  <ns1:srgbClr val="141612"/>
                </ns1:solidFill>
                <ns1:latin typeface="Arial Narrow"/>
                <ns1:ea typeface="Arial Narrow"/>
                <ns1:cs typeface="Arial Narrow"/>
                <ns1:sym typeface="Arial Narrow"/>
              </ns1:rPr>
              <ns1:t>RECUPÉRALO CON IA.</ns1:t>
            </ns1:r>
            <ns1:endParaRPr/>
          </ns1:p>
        </ns0:txBody>
      </ns0:sp>
      <ns0:sp>
        <ns0:nvSpPr>
          <ns0:cNvPr id="285" name="Google Shape;285;p7"/>
          <ns0:cNvSpPr txBox="1"/>
          <ns0:nvPr/>
        </ns0:nvSpPr>
        <ns0:spPr>
          <ns1:xfrm>
            <ns1:off x="457200" y="4023360"/>
            <ns1:ext cx="11247120" cy="4572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1" lang="en-US" sz="1900" u="none" cap="none" strike="noStrike">
                <ns1:solidFill>
                  <ns1:srgbClr val="5A5F58"/>
                </ns1:solidFill>
                <ns1:latin typeface="Cambria"/>
                <ns1:ea typeface="Cambria"/>
                <ns1:cs typeface="Cambria"/>
                <ns1:sym typeface="Cambria"/>
              </ns1:rPr>
              <ns1:t>10 horas que cambian tu forma de trabajar para siempre.</ns1:t>
            </ns1:r>
            <ns1:endParaRPr/>
          </ns1:p>
        </ns0:txBody>
      </ns0:sp>
      <ns0:sp>
        <ns0:nvSpPr>
          <ns0:cNvPr id="286" name="Google Shape;286;p7"/>
          <ns0:cNvSpPr/>
          <ns0:nvPr/>
        </ns0:nvSpPr>
        <ns0:spPr>
          <ns1:xfrm>
            <ns1:off x="2377440" y="4754880"/>
            <ns1:ext cx="292608" cy="292608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87" name="Google Shape;287;p7"/>
          <ns0:cNvSpPr txBox="1"/>
          <ns0:nvPr/>
        </ns0:nvSpPr>
        <ns0:spPr>
          <ns1:xfrm>
            <ns1:off x="2788920" y="4754880"/>
            <ns1:ext cx="246888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Certificado verificable + soporte en comunidad</ns1:t>
            </ns1:r>
            <ns1:endParaRPr/>
          </ns1:p>
        </ns0:txBody>
      </ns0:sp>
      <ns0:sp>
        <ns0:nvSpPr>
          <ns0:cNvPr id="288" name="Google Shape;288;p7"/>
          <ns0:cNvSpPr/>
          <ns0:nvPr/>
        </ns0:nvSpPr>
        <ns0:spPr>
          <ns1:xfrm>
            <ns1:off x="4983480" y="4754880"/>
            <ns1:ext cx="292608" cy="292608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89" name="Google Shape;289;p7"/>
          <ns0:cNvSpPr txBox="1"/>
          <ns0:nvPr/>
        </ns0:nvSpPr>
        <ns0:spPr>
          <ns1:xfrm>
            <ns1:off x="5394960" y="4754880"/>
            <ns1:ext cx="246888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Comunidad privada</ns1:t>
            </ns1:r>
            <ns1:endParaRPr/>
          </ns1:p>
        </ns0:txBody>
      </ns0:sp>
      <ns0:sp>
        <ns0:nvSpPr>
          <ns0:cNvPr id="290" name="Google Shape;290;p7"/>
          <ns0:cNvSpPr/>
          <ns0:nvPr/>
        </ns0:nvSpPr>
        <ns0:spPr>
          <ns1:xfrm>
            <ns1:off x="7589520" y="4754880"/>
            <ns1:ext cx="292608" cy="292608"/>
          </ns1:xfrm>
          <ns1:prstGeom prst="roundRect">
            <ns1:avLst>
              <ns1:gd fmla="val 25000" name="adj"/>
            </ns1:avLst>
          </ns1:prstGeom>
          <ns1:solidFill>
            <ns1:srgbClr val="D9F09C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91" name="Google Shape;291;p7"/>
          <ns0:cNvSpPr txBox="1"/>
          <ns0:nvPr/>
        </ns0:nvSpPr>
        <ns0:spPr>
          <ns1:xfrm>
            <ns1:off x="8001000" y="4754880"/>
            <ns1:ext cx="2468880" cy="3657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Garantía de 2 clases</ns1:t>
            </ns1:r>
            <ns1:endParaRPr/>
          </ns1:p>
        </ns0:txBody>
      </ns0:sp>
      <ns0:sp>
        <ns0:nvSpPr>
          <ns0:cNvPr id="292" name="Google Shape;292;p7"/>
          <ns0:cNvSpPr/>
          <ns0:nvPr/>
        </ns0:nvSpPr>
        <ns0:spPr>
          <ns1:xfrm>
            <ns1:off x="4261104" y="5440680"/>
            <ns1:ext cx="3657600" cy="777240"/>
          </ns1:xfrm>
          <ns1:prstGeom prst="roundRect">
            <ns1:avLst>
              <ns1:gd fmla="val 22000" name="adj"/>
            </ns1:avLst>
          </ns1:prstGeom>
          <ns1:solidFill>
            <ns1:srgbClr val="B4E61E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 b="0" i="0" sz="1800" u="none" cap="none" strike="noStrike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93" name="Google Shape;293;p7"/>
          <ns0:cNvSpPr txBox="1"/>
          <ns0:nvPr/>
        </ns0:nvSpPr>
        <ns0:spPr>
          <ns1:xfrm>
            <ns1:off x="4261104" y="5440680"/>
            <ns1:ext cx="3657600" cy="7772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i="0" lang="en-US" sz="1800" u="none" cap="none" strike="noStrike">
                <ns1:solidFill>
                  <ns1:srgbClr val="141612"/>
                </ns1:solidFill>
                <ns1:latin typeface="Calibri"/>
                <ns1:ea typeface="Calibri"/>
                <ns1:cs typeface="Calibri"/>
                <ns1:sym typeface="Calibri"/>
              </ns1:rPr>
              <ns1:t>Reservar mi cupo</ns1:t>
            </ns1:r>
            <ns1:endParaRPr/>
          </ns1:p>
        </ns0:txBody>
      </ns0:sp>
      <ns0:sp>
        <ns0:nvSpPr>
          <ns0:cNvPr id="294" name="Google Shape;294;p7"/>
          <ns0:cNvSpPr txBox="1"/>
          <ns0:nvPr/>
        </ns0:nvSpPr>
        <ns0:spPr>
          <ns1:xfrm>
            <ns1:off x="457200" y="6400800"/>
            <ns1:ext cx="11247120" cy="2743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0" i="0" lang="en-US" sz="1300" u="none" cap="none" strike="noStrike">
                <ns1:solidFill>
                  <ns1:srgbClr val="8C918A"/>
                </ns1:solidFill>
                <ns1:latin typeface="Calibri"/>
                <ns1:ea typeface="Calibri"/>
                <ns1:cs typeface="Calibri"/>
                <ns1:sym typeface="Calibri"/>
              </ns1:rPr>
              <ns1:t>496 soles  ·  Edición de lanzamiento · Escríbenos ya: [WhatsApp]</ns1:t>
            </ns1:r>
            <ns1:endParaRPr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